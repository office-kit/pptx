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Bold </a:t>
            </a:r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
</a:t>
            </a:r>
            <a:pPr algn="ctr" indent="0" marL="0">
              <a:buNone/>
            </a:pPr>
            <a:r>
              <a:rPr lang="en-US" sz="1600" i="1" dirty="0">
                <a:solidFill>
                  <a:srgbClr val="0055A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plain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7315200" cy="2743200"/>
        </p:xfrm>
        <a:graphic>
          <a:graphicData uri="http://schemas.openxmlformats.org/drawingml/2006/table">
            <a:tbl>
              <a:tblPr/>
              <a:tblGrid>
                <a:gridCol w="7315200"/>
              </a:tblGrid>
              <a:tr h="2743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alpha</a:t>
                      </a:r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beta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2026-09-19T09:15:41Z</dcterms:created>
  <dcterms:modified xsi:type="dcterms:W3CDTF">2026-09-19T09:15:41Z</dcterms:modified>
</cp:coreProperties>
</file>