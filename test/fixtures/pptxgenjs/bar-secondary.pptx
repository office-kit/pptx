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118</c:v>
                </c:pt>
                <c:pt idx="2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barChart>
        <c:barDir val="bar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3.8</c:v>
                </c:pt>
                <c:pt idx="2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5"/>
        <c:axId val="2094734553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valAx>
        <c:axId val="2094734553"/>
        <c:scaling>
          <c:orientation val="minMax"/>
          <c:max val="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Yu Gothic"/>
                  </a:rPr>
                  <a:t>Score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5"/>
        <c:crosses val="max"/>
        <c:crossBetween val="between"/>
        <c:majorUnit val="1"/>
      </c:valAx>
      <c:catAx>
        <c:axId val="2094734555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2026-09-19T09:04:33Z</dcterms:created>
  <dcterms:modified xsi:type="dcterms:W3CDTF">2026-09-19T09:04:33Z</dcterms:modified>
</cp:coreProperties>
</file>