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11111"/>
                      </a:solidFill>
                      <a:latin typeface="Yu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11111"/>
                      </a:solidFill>
                      <a:latin typeface="Yu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11111"/>
                      </a:solidFill>
                      <a:latin typeface="Yu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2026-09-19T09:04:33Z</dcterms:created>
  <dcterms:modified xsi:type="dcterms:W3CDTF">2026-09-19T09:04:33Z</dcterms:modified>
</cp:coreProperties>
</file>