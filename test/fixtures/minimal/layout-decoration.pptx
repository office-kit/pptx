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Logo" Type="http://schemas.openxmlformats.org/officeDocument/2006/relationships/image" Target="../media/logo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0" name="Logo"/>
          <p:cNvPicPr/>
          <p:nvPr/>
        </p:nvPicPr>
        <p:blipFill>
          <a:blip r:embed="rIdLogo"/>
          <a:stretch>
            <a:fillRect/>
          </a:stretch>
        </p:blipFill>
        <p:spPr>
          <a:xfrm>
            <a:off x="8000000" y="250000"/>
            <a:ext cx="900000" cy="900000"/>
          </a:xfrm>
          <a:prstGeom prst="rect">
            <a:avLst/>
          </a:prstGeom>
        </p:spPr>
      </p:pic>
      <p:sp>
        <p:nvSpPr>
          <p:cNvPr id="101" name="Template Bar"/>
          <p:cNvSpPr/>
          <p:nvPr/>
        </p:nvSpPr>
        <p:spPr>
          <a:xfrm>
            <a:off x="250000" y="300000"/>
            <a:ext cx="2600000" cy="520000"/>
          </a:xfrm>
          <a:prstGeom prst="roundRect">
            <a:avLst/>
          </a:prstGeom>
          <a:solidFill>
            <a:srgbClr val="C00000"/>
          </a:solidFill>
        </p:spPr>
        <p:txBody>
          <a:bodyPr anchor="ctr"/>
          <a:p>
            <a:pPr algn="ctr"/>
            <a:r>
              <a:rPr lang="en-US" sz="1600">
                <a:solidFill>
                  <a:srgbClr val="FFFFFF"/>
                </a:solidFill>
              </a:rPr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Master Footer Bar"/>
          <p:cNvSpPr/>
          <p:nvPr/>
        </p:nvSpPr>
        <p:spPr>
          <a:xfrm>
            <a:off x="0" y="6650000"/>
            <a:ext cx="9144000" cy="120000"/>
          </a:xfrm>
          <a:prstGeom prst="rect">
            <a:avLst/>
          </a:prstGeom>
          <a:solidFill>
            <a:srgbClr val="2E75B6"/>
          </a:solidFill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pptx-kit sample 01 — blank deck</a:t>
            </a:r>
          </a:p>
        </p:txBody>
      </p:sp>
      <p:sp>
        <p:nvSpPr>
          <p:cNvPr id="3" name="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