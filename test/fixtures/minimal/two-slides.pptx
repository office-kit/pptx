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Body of slide 1.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Body of slide 2.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